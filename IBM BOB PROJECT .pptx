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3"/>
    <p:sldId id="16140622" r:id="rId4"/>
    <p:sldId id="262" r:id="rId5"/>
    <p:sldId id="263" r:id="rId6"/>
    <p:sldId id="16140625" r:id="rId7"/>
    <p:sldId id="16140626" r:id="rId8"/>
    <p:sldId id="265" r:id="rId9"/>
    <p:sldId id="16140627" r:id="rId10"/>
    <p:sldId id="266" r:id="rId11"/>
    <p:sldId id="16140628" r:id="rId12"/>
    <p:sldId id="16140629" r:id="rId13"/>
    <p:sldId id="267" r:id="rId14"/>
    <p:sldId id="16140630" r:id="rId15"/>
    <p:sldId id="16140631" r:id="rId16"/>
    <p:sldId id="16140632" r:id="rId17"/>
    <p:sldId id="268" r:id="rId18"/>
    <p:sldId id="16140623" r:id="rId19"/>
    <p:sldId id="269" r:id="rId20"/>
    <p:sldId id="16140624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customXml" Target="../customXml/item3.xml"/><Relationship Id="rId28" Type="http://schemas.openxmlformats.org/officeDocument/2006/relationships/customXml" Target="../customXml/item2.xml"/><Relationship Id="rId27" Type="http://schemas.openxmlformats.org/officeDocument/2006/relationships/customXml" Target="../customXml/item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manavrachna.edu.in/mriirs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aicte-batch1-resume-builder-fuurng7gntvmkafiuf6own.streamlit.app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Mental Health Mood &amp; Wellness Journal with Analytics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 panose="020B0604020202020204"/>
                <a:cs typeface="Arial" panose="020B0604020202020204"/>
              </a:rPr>
              <a:t>CAPSTONE PROJECT</a:t>
            </a:r>
            <a:endParaRPr lang="en-US" sz="3200" b="1">
              <a:solidFill>
                <a:schemeClr val="accent1">
                  <a:lumMod val="75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53713" y="4058588"/>
            <a:ext cx="9143999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  <a:endParaRPr lang="en-US" sz="20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Student Name- </a:t>
            </a:r>
            <a:r>
              <a:rPr lang="en-US" sz="2000" b="1" u="sng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Sheetal Gehlawat </a:t>
            </a:r>
            <a:endParaRPr lang="en-US" sz="2000" b="1" u="sng" dirty="0">
              <a:solidFill>
                <a:srgbClr val="00B0F0"/>
              </a:solidFill>
              <a:latin typeface="Arial" panose="020B0604020202020204"/>
              <a:cs typeface="Arial" panose="020B060402020202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College Name- </a:t>
            </a:r>
            <a:r>
              <a:rPr lang="en-IN" sz="2000" b="1" dirty="0">
                <a:solidFill>
                  <a:srgbClr val="00B0F0"/>
                </a:solidFill>
                <a:hlinkClick r:id="rId1"/>
              </a:rPr>
              <a:t>Manav Rachna International Institute of Research and Studies</a:t>
            </a:r>
            <a:endParaRPr lang="en-US" sz="2000" b="1" dirty="0">
              <a:solidFill>
                <a:srgbClr val="00B0F0"/>
              </a:solidFill>
              <a:latin typeface="Arial" panose="020B0604020202020204"/>
              <a:cs typeface="Arial" panose="020B060402020202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Department – </a:t>
            </a:r>
            <a:r>
              <a:rPr lang="en-US" sz="2000" b="1" u="sng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Nutrition and Dietetics </a:t>
            </a:r>
            <a:endParaRPr lang="en-US" sz="2000" b="1" u="sng" dirty="0">
              <a:solidFill>
                <a:srgbClr val="00B0F0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4.   AICTE ID- </a:t>
            </a:r>
            <a:r>
              <a:rPr lang="en-IN" b="1" dirty="0">
                <a:solidFill>
                  <a:srgbClr val="00B0F0"/>
                </a:solidFill>
              </a:rPr>
              <a:t> </a:t>
            </a:r>
            <a:r>
              <a:rPr lang="en-IN" b="1" u="sng" dirty="0">
                <a:solidFill>
                  <a:srgbClr val="00B0F0"/>
                </a:solidFill>
              </a:rPr>
              <a:t>STU6a5f261688c541784620566</a:t>
            </a:r>
            <a:endParaRPr lang="en-US" sz="2000" b="1" u="sng" dirty="0">
              <a:solidFill>
                <a:srgbClr val="00B0F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  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Problem Statement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Proposed System/Solution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Calibri" panose="020F0502020204030204"/>
              </a:rPr>
              <a:t>System </a:t>
            </a:r>
            <a:r>
              <a:rPr lang="en-US" sz="2000" b="1" dirty="0">
                <a:latin typeface="Arial" panose="020B0604020202020204"/>
                <a:ea typeface="+mn-lt"/>
                <a:cs typeface="+mn-lt"/>
              </a:rPr>
              <a:t>Development Approach</a:t>
            </a:r>
            <a:endParaRPr lang="en-US" dirty="0">
              <a:latin typeface="Arial" panose="020B0604020202020204"/>
              <a:ea typeface="+mn-lt"/>
              <a:cs typeface="+mn-lt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+mn-lt"/>
              </a:rPr>
              <a:t>Algorithm &amp; Deployment  </a:t>
            </a:r>
            <a:endParaRPr lang="en-US" dirty="0">
              <a:latin typeface="Arial" panose="020B0604020202020204"/>
              <a:cs typeface="Calibri" panose="020F050202020403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Result</a:t>
            </a:r>
            <a:endParaRPr lang="en-US" sz="2000" b="1" dirty="0">
              <a:latin typeface="Arial" panose="020B0604020202020204"/>
              <a:ea typeface="+mn-lt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Conclusion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Future Scope</a:t>
            </a:r>
            <a:endParaRPr lang="en-US" sz="2000" b="1" dirty="0">
              <a:latin typeface="Arial" panose="020B0604020202020204"/>
              <a:ea typeface="+mn-lt"/>
              <a:cs typeface="Arial" panose="020B0604020202020204"/>
            </a:endParaRPr>
          </a:p>
          <a:p>
            <a:r>
              <a:rPr lang="en-US" sz="2000" b="1" dirty="0">
                <a:latin typeface="Arial" panose="020B0604020202020204"/>
                <a:ea typeface="+mn-lt"/>
                <a:cs typeface="Arial" panose="020B0604020202020204"/>
              </a:rPr>
              <a:t>References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endParaRPr lang="en-US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Mental health issues often go undetected because individuals have no easy way to track mood patterns over time or share meaningful insights with a therapist.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proposed system aims to address the challenge of tracking daily mental wellness by providing a private journaling application that records mood, stress, sleep, and personal reflections. The system uses local data analytics and optional AI-assisted insights to help users understand their wellness patterns over time. The solution consists of the following components: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Wellness Data Collection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Record daily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mood and stress levels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using a 1–10 scale.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Record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hours of sleep and sleep quality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along with optional personal journal notes.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Allow users to review and manage their previous wellness entries.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Storage &amp; Management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Store journal entries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locally on the user's device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 a CSV file.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Provide options to filter, review, export, and delete journal entries.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Keep data private by default without automatic cloud synchronization or third-party sharing.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Wellness Analytics:</a:t>
            </a:r>
            <a:endParaRPr lang="en-IN" sz="2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Calculate overall averages for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mood, stress, sleep, and sleep quality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Provide weekly and monthly wellness summaries to help identify changes over time.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rule-based thresholds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to flag potentially concerning wellness patterns.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AI-Assisted Wellness Insights:</a:t>
            </a:r>
            <a:endParaRPr lang="en-IN" sz="2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Google Gemini </a:t>
            </a:r>
            <a:r>
              <a:rPr lang="en-US" alt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3.6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Flash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to generate reflective wellness summaries.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Provide AI-generated trend summaries, journal-note themes, and weekly wellness reflections.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AI insights are generated only when explicitly requested by the user.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Privacy &amp; Consent:</a:t>
            </a:r>
            <a:endParaRPr lang="en-IN" sz="2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Keep therapist sharing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optional and disabled by default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Allow users to provide explicit consent before generating a therapist-shareable summary.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Clearly inform users when data is sent to the Gemini API for AI-assisted features.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Result: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 private wellness journaling system that enables users to record daily well-being, review historical data, visualize wellness patterns, and obtain optional AI-assisted reflections while maintaining user control over their data.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89340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system approach outlines the overall strategy and methodology used to develop and implement the Mental Health Mood &amp; Wellness Journal. The application was developed using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IBM Bob Agent and Visual Studio Code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with a focus on local data storage, wellness analytics, rule-based pattern detection, and optional AI-assisted reflections.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Requirements:</a:t>
            </a:r>
            <a:endParaRPr lang="en-IN" sz="2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Development Tools: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IBM Bob Agent and Visual Studio Code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Programming Language: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Python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Application Framework: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Data Storage: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Local CSV file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AI Integration: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Google Gemini </a:t>
            </a:r>
            <a:r>
              <a:rPr lang="en-US" altLang="en-IN" sz="2000" dirty="0">
                <a:latin typeface="Arial" panose="020B0604020202020204" pitchFamily="34" charset="0"/>
                <a:cs typeface="Arial" panose="020B0604020202020204" pitchFamily="34" charset="0"/>
              </a:rPr>
              <a:t>3.6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Flash API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Client: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Web-based application running locally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000" b="1" dirty="0">
              <a:solidFill>
                <a:srgbClr val="0F0F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Libraries/Technologies Required:</a:t>
            </a:r>
            <a:endParaRPr lang="en-IN" sz="2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Used to create the interactive web application interface.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Used for storing, processing, filtering, and analysing journal data.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Google Gemini API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Used to generate optional AI-assisted wellness reflections.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Python Standard Libraries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– Used for application logic, data handling, and supporting functionality.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Algorithm &amp; Deployment</a:t>
            </a:r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1192" y="1475873"/>
            <a:ext cx="11029615" cy="50372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 Selection:</a:t>
            </a:r>
            <a:endParaRPr lang="en-IN" sz="2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application uses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rule-based wellness pattern detection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to identify potentially concerning patterns in mood, stress, and sleep data. Optional AI-assisted reflections are generated using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Google Gemini </a:t>
            </a:r>
            <a:r>
              <a:rPr lang="en-US" alt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3.6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Flash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Input:</a:t>
            </a:r>
            <a:endParaRPr lang="en-IN" sz="2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Daily mood score (1–10)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Stress level (1–10)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Hours of sleep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Sleep quality (1–10)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Optional personal journal notes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Historical journal entries for trend and pattern analysis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5146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 &amp; Pattern Detection:</a:t>
            </a:r>
            <a:endParaRPr lang="en-IN" sz="2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Journal data is processed locally to calculate overall, weekly, and monthly wellness averages.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system analyses recent entries using predefined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rule-based thresholds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Potentially concerning patterns are flagged for user awareness.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system does not provide medical diagnoses or clinical assessments.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Processing:</a:t>
            </a:r>
            <a:endParaRPr lang="en-IN" sz="2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When the user explicitly requests an AI insight, relevant wellness data is sent to the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Google Gemini </a:t>
            </a:r>
            <a:r>
              <a:rPr lang="en-US" alt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3.6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Flash API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Gemini generates wellness trend summaries, journal-note themes, and weekly reflections.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AI-generated content is presented only as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general wellness reflection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not professional medical advice.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Deployment:</a:t>
            </a:r>
            <a:endParaRPr lang="en-IN" sz="2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application is developed using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IBM Bob Agent and Visual Studio Code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It is implemented as a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web application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application currently runs locally on the user's computer.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Journal data is stored locally in a CSV file, while AI features require an explicit user request.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Result</a:t>
            </a:r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1025" y="1301750"/>
            <a:ext cx="11029315" cy="1466850"/>
          </a:xfrm>
        </p:spPr>
        <p:txBody>
          <a:bodyPr>
            <a:normAutofit lnSpcReduction="20000"/>
          </a:bodyPr>
          <a:lstStyle/>
          <a:p>
            <a:pPr marL="0" indent="0" algn="ctr">
              <a:buNone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 private wellness journaling system that enables users to record daily well-being, review historical data, visualize wellness patterns, and obtain optional AI-assisted reflections while maintaining user control over their data.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ib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92705"/>
            <a:ext cx="12192000" cy="40722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ibm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1025" y="702310"/>
            <a:ext cx="11155045" cy="55352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ibm bob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1025" y="702945"/>
            <a:ext cx="11029950" cy="55537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ibm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0390" y="702945"/>
            <a:ext cx="11029950" cy="55156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Conclusion</a:t>
            </a:r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1192" y="1507958"/>
            <a:ext cx="11029615" cy="446739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Mental Health Mood &amp; Wellness Journal with Analytics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provides a private and user-friendly platform for tracking daily well-being.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system enables users to record and review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mood, stress, sleep, and personal reflections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 one place.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Local analytics help users understand their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wellness trends and patterns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over time.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Rule-based pattern detection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provides simple wellness indicators without presenting them as medical diagnoses.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Optional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AI-assisted reflections using Google Gemini </a:t>
            </a:r>
            <a:r>
              <a:rPr lang="en-US" alt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3.6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Flash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provide additional support for personal wellness reflection.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Overall, the project demonstrates how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AI and data analytics can be combined with a privacy-focused journaling system to support personal mental wellness tracking and reflection.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endParaRPr lang="en-IN" sz="2000" dirty="0">
              <a:solidFill>
                <a:srgbClr val="0F0F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Mental Health Mood &amp; Wellness Journal can be further enhanced with the following developments: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Cloud-based secure storage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to enable users to access their journal data across multiple devices while maintaining strong privacy controls.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Advanced analytics and visualization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to identify longer-term relationships between mood, stress, sleep, and other wellness indicators.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Improved pattern detection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using more advanced machine learning techniques instead of only rule-based thresholds.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Enhanced AI capabilities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for more comprehensive and personalized wellness reflections.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Secure therapist integration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allowing users to share selected wellness reports with a linked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/>
          <p:cNvSpPr txBox="1"/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cs typeface="Arial" panose="020B0604020202020204"/>
              </a:rPr>
              <a:t>Future scope</a:t>
            </a:r>
            <a:endParaRPr lang="en-US" sz="4400" b="1">
              <a:solidFill>
                <a:schemeClr val="accent1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/>
                <a:ea typeface="+mj-lt"/>
                <a:cs typeface="Arial" panose="020B0604020202020204"/>
              </a:rPr>
              <a:t>References</a:t>
            </a:r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IBM Bob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— AI-assisted application development platform used for project development.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Python Documentation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— Python programming language and standard library documentation.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Documentation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— Documentation for developing and deploying the interactive web application.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Pandas Documentation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— Documentation for data processing and analysis.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Google Gemini API Documentation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— Documentation for integrating Gemini </a:t>
            </a:r>
            <a:r>
              <a:rPr lang="en-US" altLang="en-IN" sz="2400" dirty="0">
                <a:latin typeface="Arial" panose="020B0604020202020204" pitchFamily="34" charset="0"/>
                <a:cs typeface="Arial" panose="020B0604020202020204" pitchFamily="34" charset="0"/>
              </a:rPr>
              <a:t>3.6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Flash for AI-assisted wellness reflections.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link / </a:t>
            </a:r>
            <a:r>
              <a:rPr lang="en-IN" dirty="0" err="1"/>
              <a:t>github</a:t>
            </a:r>
            <a:r>
              <a:rPr lang="en-IN" dirty="0"/>
              <a:t> link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Link: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https://github.com/sheetalgehlawat04-crypto/mental-health-wellness-journal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Deployment: </a:t>
            </a:r>
            <a:r>
              <a:rPr lang="en-US" alt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https://62suwe4ermnyag5grkl2rc.streamlit.app/AI_Insights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5435" indent="-305435"/>
            <a:r>
              <a:rPr lang="en-US" alt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 Platform :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Streamlit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/>
</ds:datastoreItem>
</file>

<file path=customXml/itemProps2.xml><?xml version="1.0" encoding="utf-8"?>
<ds:datastoreItem xmlns:ds="http://schemas.openxmlformats.org/officeDocument/2006/customXml" ds:itemID="{6E816721-11E4-4989-8472-AB5A7EC20404}">
  <ds:schemaRefs/>
</ds:datastoreItem>
</file>

<file path=customXml/itemProps3.xml><?xml version="1.0" encoding="utf-8"?>
<ds:datastoreItem xmlns:ds="http://schemas.openxmlformats.org/officeDocument/2006/customXml" ds:itemID="{8D289AE2-D2AE-49D1-AFAC-3A79F679425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0</TotalTime>
  <Words>7105</Words>
  <Application>WPS Presentation</Application>
  <PresentationFormat>Widescreen</PresentationFormat>
  <Paragraphs>148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Wingdings 2</vt:lpstr>
      <vt:lpstr>Arial</vt:lpstr>
      <vt:lpstr>Calibri</vt:lpstr>
      <vt:lpstr>Times New Roman</vt:lpstr>
      <vt:lpstr>Calibri Light</vt:lpstr>
      <vt:lpstr>Franklin Gothic Demi</vt:lpstr>
      <vt:lpstr>Franklin Gothic Book</vt:lpstr>
      <vt:lpstr>Microsoft YaHei</vt:lpstr>
      <vt:lpstr>Arial Unicode MS</vt:lpstr>
      <vt:lpstr>DividendVTI</vt:lpstr>
      <vt:lpstr>Mental Health Mood &amp; Wellness Journal with Analytics</vt:lpstr>
      <vt:lpstr>OUTLINE</vt:lpstr>
      <vt:lpstr>Problem Statement</vt:lpstr>
      <vt:lpstr>Proposed Solution</vt:lpstr>
      <vt:lpstr>PowerPoint 演示文稿</vt:lpstr>
      <vt:lpstr>PowerPoint 演示文稿</vt:lpstr>
      <vt:lpstr>System  Approach</vt:lpstr>
      <vt:lpstr>PowerPoint 演示文稿</vt:lpstr>
      <vt:lpstr>Algorithm &amp; Deployment</vt:lpstr>
      <vt:lpstr>PowerPoint 演示文稿</vt:lpstr>
      <vt:lpstr>PowerPoint 演示文稿</vt:lpstr>
      <vt:lpstr>Result</vt:lpstr>
      <vt:lpstr>PowerPoint 演示文稿</vt:lpstr>
      <vt:lpstr>PowerPoint 演示文稿</vt:lpstr>
      <vt:lpstr>PowerPoint 演示文稿</vt:lpstr>
      <vt:lpstr>Conclusion</vt:lpstr>
      <vt:lpstr>PowerPoint 演示文稿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Sheetal</cp:lastModifiedBy>
  <cp:revision>5</cp:revision>
  <dcterms:created xsi:type="dcterms:W3CDTF">2021-05-26T16:50:00Z</dcterms:created>
  <dcterms:modified xsi:type="dcterms:W3CDTF">2026-09-04T08:06:08Z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KSOProductBuildVer">
    <vt:lpwstr>1033-12.1.0.28032</vt:lpwstr>
  </property>
  <property fmtid="{D5CDD505-2E9C-101B-9397-08002B2CF9AE}" pid="4" name="ICV">
    <vt:lpwstr>21164A07B9E047ABAD8C7C52BB7F30AF_12</vt:lpwstr>
  </property>
</Properties>
</file>